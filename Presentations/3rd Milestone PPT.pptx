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F893C-2601-417A-ACAF-47567AF96D95}" v="146" dt="2025-12-18T17:35:02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64B01-BB3E-4364-A2EF-B5ADAEB7BCF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AD0AD1-0008-4180-859E-80E421733B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</a:t>
          </a:r>
        </a:p>
      </dgm:t>
    </dgm:pt>
    <dgm:pt modelId="{433CA85B-8CC0-4748-BD46-22A9BA07ED2B}" type="parTrans" cxnId="{C7DD8101-0A3C-406F-9633-3D88487863C5}">
      <dgm:prSet/>
      <dgm:spPr/>
      <dgm:t>
        <a:bodyPr/>
        <a:lstStyle/>
        <a:p>
          <a:endParaRPr lang="en-US"/>
        </a:p>
      </dgm:t>
    </dgm:pt>
    <dgm:pt modelId="{8A1DCE25-EB2E-448A-A72F-1617BE112A1A}" type="sibTrans" cxnId="{C7DD8101-0A3C-406F-9633-3D88487863C5}">
      <dgm:prSet/>
      <dgm:spPr/>
      <dgm:t>
        <a:bodyPr/>
        <a:lstStyle/>
        <a:p>
          <a:endParaRPr lang="en-US"/>
        </a:p>
      </dgm:t>
    </dgm:pt>
    <dgm:pt modelId="{16DA260B-90A9-40E1-AFD9-6990DD548F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 a secure backend system</a:t>
          </a:r>
        </a:p>
      </dgm:t>
    </dgm:pt>
    <dgm:pt modelId="{E86F6972-E659-4C4D-A801-D2AA1F63B02D}" type="parTrans" cxnId="{98C7704C-C707-4F4D-B048-6453E94F8257}">
      <dgm:prSet/>
      <dgm:spPr/>
      <dgm:t>
        <a:bodyPr/>
        <a:lstStyle/>
        <a:p>
          <a:endParaRPr lang="en-US"/>
        </a:p>
      </dgm:t>
    </dgm:pt>
    <dgm:pt modelId="{9BC6A44B-A2FD-49AE-BC5F-89088431C01C}" type="sibTrans" cxnId="{98C7704C-C707-4F4D-B048-6453E94F8257}">
      <dgm:prSet/>
      <dgm:spPr/>
      <dgm:t>
        <a:bodyPr/>
        <a:lstStyle/>
        <a:p>
          <a:endParaRPr lang="en-US"/>
        </a:p>
      </dgm:t>
    </dgm:pt>
    <dgm:pt modelId="{10E193E8-3B37-4BF9-949D-34B9A623C2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Separate</a:t>
          </a:r>
        </a:p>
      </dgm:t>
    </dgm:pt>
    <dgm:pt modelId="{C8BED028-E58F-4122-904D-5759BBFF66CE}" type="parTrans" cxnId="{35608A4A-B25F-44C6-9E91-6937EC1F117C}">
      <dgm:prSet/>
      <dgm:spPr/>
      <dgm:t>
        <a:bodyPr/>
        <a:lstStyle/>
        <a:p>
          <a:endParaRPr lang="en-US"/>
        </a:p>
      </dgm:t>
    </dgm:pt>
    <dgm:pt modelId="{1D019E4C-D3B9-41F1-B45D-6AD828E10B4A}" type="sibTrans" cxnId="{35608A4A-B25F-44C6-9E91-6937EC1F117C}">
      <dgm:prSet/>
      <dgm:spPr/>
      <dgm:t>
        <a:bodyPr/>
        <a:lstStyle/>
        <a:p>
          <a:endParaRPr lang="en-US"/>
        </a:p>
      </dgm:t>
    </dgm:pt>
    <dgm:pt modelId="{235115F0-BE61-4E61-B950-866152D7E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Separate access for Manager and Staff</a:t>
          </a:r>
        </a:p>
      </dgm:t>
    </dgm:pt>
    <dgm:pt modelId="{705BB35A-2382-4119-86DA-ACAA3B7C56C6}" type="parTrans" cxnId="{18EA791D-CDC7-43C6-8FC3-66E2940EB0E7}">
      <dgm:prSet/>
      <dgm:spPr/>
      <dgm:t>
        <a:bodyPr/>
        <a:lstStyle/>
        <a:p>
          <a:endParaRPr lang="en-US"/>
        </a:p>
      </dgm:t>
    </dgm:pt>
    <dgm:pt modelId="{8E5C4504-FA4C-4003-AD76-682238F89387}" type="sibTrans" cxnId="{18EA791D-CDC7-43C6-8FC3-66E2940EB0E7}">
      <dgm:prSet/>
      <dgm:spPr/>
      <dgm:t>
        <a:bodyPr/>
        <a:lstStyle/>
        <a:p>
          <a:endParaRPr lang="en-US"/>
        </a:p>
      </dgm:t>
    </dgm:pt>
    <dgm:pt modelId="{C7780D9E-7D21-402D-942A-C86CC38708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</a:t>
          </a:r>
        </a:p>
      </dgm:t>
    </dgm:pt>
    <dgm:pt modelId="{155A7CF2-72D7-4192-9AF3-7A53A7DB38ED}" type="parTrans" cxnId="{018ABB19-6F66-45C6-A473-AACA4CBE79D7}">
      <dgm:prSet/>
      <dgm:spPr/>
      <dgm:t>
        <a:bodyPr/>
        <a:lstStyle/>
        <a:p>
          <a:endParaRPr lang="en-US"/>
        </a:p>
      </dgm:t>
    </dgm:pt>
    <dgm:pt modelId="{39A3FC63-8D93-4E1E-A847-D216EBAAA6A7}" type="sibTrans" cxnId="{018ABB19-6F66-45C6-A473-AACA4CBE79D7}">
      <dgm:prSet/>
      <dgm:spPr/>
      <dgm:t>
        <a:bodyPr/>
        <a:lstStyle/>
        <a:p>
          <a:endParaRPr lang="en-US"/>
        </a:p>
      </dgm:t>
    </dgm:pt>
    <dgm:pt modelId="{FAB28380-FC6A-4BCC-BAA8-CC10F926C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 data safety and role control</a:t>
          </a:r>
        </a:p>
      </dgm:t>
    </dgm:pt>
    <dgm:pt modelId="{9103897E-649A-4C54-962A-865EDA9B947B}" type="parTrans" cxnId="{F049E801-7CF4-4A24-AC62-FEFA7A97A8F4}">
      <dgm:prSet/>
      <dgm:spPr/>
      <dgm:t>
        <a:bodyPr/>
        <a:lstStyle/>
        <a:p>
          <a:endParaRPr lang="en-US"/>
        </a:p>
      </dgm:t>
    </dgm:pt>
    <dgm:pt modelId="{D742D464-7260-415C-9194-1A7EAA8913FA}" type="sibTrans" cxnId="{F049E801-7CF4-4A24-AC62-FEFA7A97A8F4}">
      <dgm:prSet/>
      <dgm:spPr/>
      <dgm:t>
        <a:bodyPr/>
        <a:lstStyle/>
        <a:p>
          <a:endParaRPr lang="en-US"/>
        </a:p>
      </dgm:t>
    </dgm:pt>
    <dgm:pt modelId="{2A4AD189-41A9-42C0-9EF6-4441CC8BE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</a:t>
          </a:r>
        </a:p>
      </dgm:t>
    </dgm:pt>
    <dgm:pt modelId="{37576FB3-7DE4-4311-A2BC-BF3B04FEB1A1}" type="parTrans" cxnId="{7E30634B-12F4-40FE-BBA6-26AAA2ACF69E}">
      <dgm:prSet/>
      <dgm:spPr/>
      <dgm:t>
        <a:bodyPr/>
        <a:lstStyle/>
        <a:p>
          <a:endParaRPr lang="en-US"/>
        </a:p>
      </dgm:t>
    </dgm:pt>
    <dgm:pt modelId="{65490A39-ED51-49AB-8C96-78D20E655702}" type="sibTrans" cxnId="{7E30634B-12F4-40FE-BBA6-26AAA2ACF69E}">
      <dgm:prSet/>
      <dgm:spPr/>
      <dgm:t>
        <a:bodyPr/>
        <a:lstStyle/>
        <a:p>
          <a:endParaRPr lang="en-US"/>
        </a:p>
      </dgm:t>
    </dgm:pt>
    <dgm:pt modelId="{AF28B1DD-D7EF-48A4-A024-27158BF098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 clean and structured database records</a:t>
          </a:r>
        </a:p>
      </dgm:t>
    </dgm:pt>
    <dgm:pt modelId="{D0EAB960-E75F-43D0-A4BC-88E6EC7B228A}" type="parTrans" cxnId="{A1CD5C6D-BE95-4B27-AEEC-15A5CC41D56B}">
      <dgm:prSet/>
      <dgm:spPr/>
      <dgm:t>
        <a:bodyPr/>
        <a:lstStyle/>
        <a:p>
          <a:endParaRPr lang="en-US"/>
        </a:p>
      </dgm:t>
    </dgm:pt>
    <dgm:pt modelId="{FDE716DA-7414-4016-BAFF-C5318F2B060A}" type="sibTrans" cxnId="{A1CD5C6D-BE95-4B27-AEEC-15A5CC41D56B}">
      <dgm:prSet/>
      <dgm:spPr/>
      <dgm:t>
        <a:bodyPr/>
        <a:lstStyle/>
        <a:p>
          <a:endParaRPr lang="en-US"/>
        </a:p>
      </dgm:t>
    </dgm:pt>
    <dgm:pt modelId="{12042380-9E3C-4378-B9D4-60A7A3E2F4A2}" type="pres">
      <dgm:prSet presAssocID="{C6564B01-BB3E-4364-A2EF-B5ADAEB7BCF6}" presName="vert0" presStyleCnt="0">
        <dgm:presLayoutVars>
          <dgm:dir/>
          <dgm:animOne val="branch"/>
          <dgm:animLvl val="lvl"/>
        </dgm:presLayoutVars>
      </dgm:prSet>
      <dgm:spPr/>
    </dgm:pt>
    <dgm:pt modelId="{B1CC6EE7-C919-415F-A1A1-817F12BCAC2E}" type="pres">
      <dgm:prSet presAssocID="{CEAD0AD1-0008-4180-859E-80E421733B3B}" presName="thickLine" presStyleLbl="alignNode1" presStyleIdx="0" presStyleCnt="4"/>
      <dgm:spPr/>
    </dgm:pt>
    <dgm:pt modelId="{DC40E3D9-84A7-47FD-84E0-92EC6F5596CB}" type="pres">
      <dgm:prSet presAssocID="{CEAD0AD1-0008-4180-859E-80E421733B3B}" presName="horz1" presStyleCnt="0"/>
      <dgm:spPr/>
    </dgm:pt>
    <dgm:pt modelId="{B4C8BC40-D08C-4CCC-8CA8-74CE2F950283}" type="pres">
      <dgm:prSet presAssocID="{CEAD0AD1-0008-4180-859E-80E421733B3B}" presName="tx1" presStyleLbl="revTx" presStyleIdx="0" presStyleCnt="8"/>
      <dgm:spPr/>
    </dgm:pt>
    <dgm:pt modelId="{0EE1A1CC-1BAE-429E-BFF7-A08AAC8F8E2B}" type="pres">
      <dgm:prSet presAssocID="{CEAD0AD1-0008-4180-859E-80E421733B3B}" presName="vert1" presStyleCnt="0"/>
      <dgm:spPr/>
    </dgm:pt>
    <dgm:pt modelId="{FDB003D9-0FDF-4C70-A0EA-DEDAE42C4CFC}" type="pres">
      <dgm:prSet presAssocID="{16DA260B-90A9-40E1-AFD9-6990DD548FBB}" presName="vertSpace2a" presStyleCnt="0"/>
      <dgm:spPr/>
    </dgm:pt>
    <dgm:pt modelId="{4A0FD2A6-7ED3-4FBD-8C34-23425D67D218}" type="pres">
      <dgm:prSet presAssocID="{16DA260B-90A9-40E1-AFD9-6990DD548FBB}" presName="horz2" presStyleCnt="0"/>
      <dgm:spPr/>
    </dgm:pt>
    <dgm:pt modelId="{802BADF5-C6C6-42D6-A7CE-E7C71B35BB61}" type="pres">
      <dgm:prSet presAssocID="{16DA260B-90A9-40E1-AFD9-6990DD548FBB}" presName="horzSpace2" presStyleCnt="0"/>
      <dgm:spPr/>
    </dgm:pt>
    <dgm:pt modelId="{C3BBE65E-7018-44D6-A595-F35087484366}" type="pres">
      <dgm:prSet presAssocID="{16DA260B-90A9-40E1-AFD9-6990DD548FBB}" presName="tx2" presStyleLbl="revTx" presStyleIdx="1" presStyleCnt="8"/>
      <dgm:spPr/>
    </dgm:pt>
    <dgm:pt modelId="{8E441E6F-9068-423D-AFE2-FF3BAA329953}" type="pres">
      <dgm:prSet presAssocID="{16DA260B-90A9-40E1-AFD9-6990DD548FBB}" presName="vert2" presStyleCnt="0"/>
      <dgm:spPr/>
    </dgm:pt>
    <dgm:pt modelId="{E352FD47-5C52-4E96-AF69-8DF2EE757C4F}" type="pres">
      <dgm:prSet presAssocID="{16DA260B-90A9-40E1-AFD9-6990DD548FBB}" presName="thinLine2b" presStyleLbl="callout" presStyleIdx="0" presStyleCnt="4"/>
      <dgm:spPr/>
    </dgm:pt>
    <dgm:pt modelId="{99182957-CA10-40FE-8BA9-A1F3AF8C6308}" type="pres">
      <dgm:prSet presAssocID="{16DA260B-90A9-40E1-AFD9-6990DD548FBB}" presName="vertSpace2b" presStyleCnt="0"/>
      <dgm:spPr/>
    </dgm:pt>
    <dgm:pt modelId="{FD514B0D-F669-417D-986B-46DE56A7B919}" type="pres">
      <dgm:prSet presAssocID="{10E193E8-3B37-4BF9-949D-34B9A623C2FB}" presName="thickLine" presStyleLbl="alignNode1" presStyleIdx="1" presStyleCnt="4"/>
      <dgm:spPr/>
    </dgm:pt>
    <dgm:pt modelId="{9034ECCA-1792-4134-9BAA-2ABE9931423A}" type="pres">
      <dgm:prSet presAssocID="{10E193E8-3B37-4BF9-949D-34B9A623C2FB}" presName="horz1" presStyleCnt="0"/>
      <dgm:spPr/>
    </dgm:pt>
    <dgm:pt modelId="{8C80F974-3F3B-422A-8241-EA7096EFC9DA}" type="pres">
      <dgm:prSet presAssocID="{10E193E8-3B37-4BF9-949D-34B9A623C2FB}" presName="tx1" presStyleLbl="revTx" presStyleIdx="2" presStyleCnt="8"/>
      <dgm:spPr/>
    </dgm:pt>
    <dgm:pt modelId="{598E844D-4E9D-499B-98D4-FBCB7D7E7F0F}" type="pres">
      <dgm:prSet presAssocID="{10E193E8-3B37-4BF9-949D-34B9A623C2FB}" presName="vert1" presStyleCnt="0"/>
      <dgm:spPr/>
    </dgm:pt>
    <dgm:pt modelId="{4F8870E1-7C20-4CFC-8184-DB609E350B6B}" type="pres">
      <dgm:prSet presAssocID="{235115F0-BE61-4E61-B950-866152D7EAB5}" presName="vertSpace2a" presStyleCnt="0"/>
      <dgm:spPr/>
    </dgm:pt>
    <dgm:pt modelId="{25AD1EC0-E06B-4596-8A2C-88419F02E078}" type="pres">
      <dgm:prSet presAssocID="{235115F0-BE61-4E61-B950-866152D7EAB5}" presName="horz2" presStyleCnt="0"/>
      <dgm:spPr/>
    </dgm:pt>
    <dgm:pt modelId="{02308753-9B83-4AE4-A460-A7EB355AE6A9}" type="pres">
      <dgm:prSet presAssocID="{235115F0-BE61-4E61-B950-866152D7EAB5}" presName="horzSpace2" presStyleCnt="0"/>
      <dgm:spPr/>
    </dgm:pt>
    <dgm:pt modelId="{30677711-365B-45AE-A454-7E9BEB62F651}" type="pres">
      <dgm:prSet presAssocID="{235115F0-BE61-4E61-B950-866152D7EAB5}" presName="tx2" presStyleLbl="revTx" presStyleIdx="3" presStyleCnt="8"/>
      <dgm:spPr/>
    </dgm:pt>
    <dgm:pt modelId="{5429F43F-8A10-4207-983C-BFEF75124A5F}" type="pres">
      <dgm:prSet presAssocID="{235115F0-BE61-4E61-B950-866152D7EAB5}" presName="vert2" presStyleCnt="0"/>
      <dgm:spPr/>
    </dgm:pt>
    <dgm:pt modelId="{B4D5EB55-0A32-4250-A46F-6831E3488C93}" type="pres">
      <dgm:prSet presAssocID="{235115F0-BE61-4E61-B950-866152D7EAB5}" presName="thinLine2b" presStyleLbl="callout" presStyleIdx="1" presStyleCnt="4"/>
      <dgm:spPr/>
    </dgm:pt>
    <dgm:pt modelId="{5CD50BBA-8BE0-4054-95C6-8D65E32F2252}" type="pres">
      <dgm:prSet presAssocID="{235115F0-BE61-4E61-B950-866152D7EAB5}" presName="vertSpace2b" presStyleCnt="0"/>
      <dgm:spPr/>
    </dgm:pt>
    <dgm:pt modelId="{58CA75ED-E2F0-4702-8A8E-081F313CC925}" type="pres">
      <dgm:prSet presAssocID="{C7780D9E-7D21-402D-942A-C86CC387085A}" presName="thickLine" presStyleLbl="alignNode1" presStyleIdx="2" presStyleCnt="4"/>
      <dgm:spPr/>
    </dgm:pt>
    <dgm:pt modelId="{2CB57A1B-8528-43E5-ABF7-C4F92FDFBEEA}" type="pres">
      <dgm:prSet presAssocID="{C7780D9E-7D21-402D-942A-C86CC387085A}" presName="horz1" presStyleCnt="0"/>
      <dgm:spPr/>
    </dgm:pt>
    <dgm:pt modelId="{939FBD4A-B965-4A69-9EB9-3F931196EBAA}" type="pres">
      <dgm:prSet presAssocID="{C7780D9E-7D21-402D-942A-C86CC387085A}" presName="tx1" presStyleLbl="revTx" presStyleIdx="4" presStyleCnt="8"/>
      <dgm:spPr/>
    </dgm:pt>
    <dgm:pt modelId="{2527D41D-3B32-4B6C-959F-8AC8AB7B0B11}" type="pres">
      <dgm:prSet presAssocID="{C7780D9E-7D21-402D-942A-C86CC387085A}" presName="vert1" presStyleCnt="0"/>
      <dgm:spPr/>
    </dgm:pt>
    <dgm:pt modelId="{16CBCDDD-3AD6-4BAF-946D-1F70801017ED}" type="pres">
      <dgm:prSet presAssocID="{FAB28380-FC6A-4BCC-BAA8-CC10F926C1E3}" presName="vertSpace2a" presStyleCnt="0"/>
      <dgm:spPr/>
    </dgm:pt>
    <dgm:pt modelId="{E7018405-21B4-43C1-A106-44B42BA3E74A}" type="pres">
      <dgm:prSet presAssocID="{FAB28380-FC6A-4BCC-BAA8-CC10F926C1E3}" presName="horz2" presStyleCnt="0"/>
      <dgm:spPr/>
    </dgm:pt>
    <dgm:pt modelId="{BD547BF5-1B74-4357-A4B4-1FBE9DF0E3E1}" type="pres">
      <dgm:prSet presAssocID="{FAB28380-FC6A-4BCC-BAA8-CC10F926C1E3}" presName="horzSpace2" presStyleCnt="0"/>
      <dgm:spPr/>
    </dgm:pt>
    <dgm:pt modelId="{9A047797-6AC1-4DC1-BED8-FFC82207437A}" type="pres">
      <dgm:prSet presAssocID="{FAB28380-FC6A-4BCC-BAA8-CC10F926C1E3}" presName="tx2" presStyleLbl="revTx" presStyleIdx="5" presStyleCnt="8"/>
      <dgm:spPr/>
    </dgm:pt>
    <dgm:pt modelId="{ABCC9CA5-24D3-402A-9FAE-64C8AF24BAC2}" type="pres">
      <dgm:prSet presAssocID="{FAB28380-FC6A-4BCC-BAA8-CC10F926C1E3}" presName="vert2" presStyleCnt="0"/>
      <dgm:spPr/>
    </dgm:pt>
    <dgm:pt modelId="{80573759-3625-44EA-B8A7-23F1EA3EE0B0}" type="pres">
      <dgm:prSet presAssocID="{FAB28380-FC6A-4BCC-BAA8-CC10F926C1E3}" presName="thinLine2b" presStyleLbl="callout" presStyleIdx="2" presStyleCnt="4"/>
      <dgm:spPr/>
    </dgm:pt>
    <dgm:pt modelId="{55F18B42-09D6-47D4-9EA6-F4A335A2A7AB}" type="pres">
      <dgm:prSet presAssocID="{FAB28380-FC6A-4BCC-BAA8-CC10F926C1E3}" presName="vertSpace2b" presStyleCnt="0"/>
      <dgm:spPr/>
    </dgm:pt>
    <dgm:pt modelId="{5C17FDB4-870D-43B8-85E3-CDEA8D4D4877}" type="pres">
      <dgm:prSet presAssocID="{2A4AD189-41A9-42C0-9EF6-4441CC8BE1C1}" presName="thickLine" presStyleLbl="alignNode1" presStyleIdx="3" presStyleCnt="4"/>
      <dgm:spPr/>
    </dgm:pt>
    <dgm:pt modelId="{EA95E3B4-7452-46B4-A7D1-6DA714F5D2D4}" type="pres">
      <dgm:prSet presAssocID="{2A4AD189-41A9-42C0-9EF6-4441CC8BE1C1}" presName="horz1" presStyleCnt="0"/>
      <dgm:spPr/>
    </dgm:pt>
    <dgm:pt modelId="{614E9113-4B01-4DFB-9BDE-F4892C955606}" type="pres">
      <dgm:prSet presAssocID="{2A4AD189-41A9-42C0-9EF6-4441CC8BE1C1}" presName="tx1" presStyleLbl="revTx" presStyleIdx="6" presStyleCnt="8"/>
      <dgm:spPr/>
    </dgm:pt>
    <dgm:pt modelId="{5E2831A0-7006-46EC-BE3F-1D98B531EF3C}" type="pres">
      <dgm:prSet presAssocID="{2A4AD189-41A9-42C0-9EF6-4441CC8BE1C1}" presName="vert1" presStyleCnt="0"/>
      <dgm:spPr/>
    </dgm:pt>
    <dgm:pt modelId="{B88C41CF-87A7-43A4-9626-3DC869592B7A}" type="pres">
      <dgm:prSet presAssocID="{AF28B1DD-D7EF-48A4-A024-27158BF09839}" presName="vertSpace2a" presStyleCnt="0"/>
      <dgm:spPr/>
    </dgm:pt>
    <dgm:pt modelId="{2EA9BA84-9698-4D80-8D4F-3F9D8D3D1DB7}" type="pres">
      <dgm:prSet presAssocID="{AF28B1DD-D7EF-48A4-A024-27158BF09839}" presName="horz2" presStyleCnt="0"/>
      <dgm:spPr/>
    </dgm:pt>
    <dgm:pt modelId="{FC69E04E-6955-42E7-95C4-4139EA99CAE9}" type="pres">
      <dgm:prSet presAssocID="{AF28B1DD-D7EF-48A4-A024-27158BF09839}" presName="horzSpace2" presStyleCnt="0"/>
      <dgm:spPr/>
    </dgm:pt>
    <dgm:pt modelId="{374E34EF-CC36-484B-93E7-F58D9B12CDE9}" type="pres">
      <dgm:prSet presAssocID="{AF28B1DD-D7EF-48A4-A024-27158BF09839}" presName="tx2" presStyleLbl="revTx" presStyleIdx="7" presStyleCnt="8"/>
      <dgm:spPr/>
    </dgm:pt>
    <dgm:pt modelId="{11066FD9-FA43-4881-B448-679915663FEC}" type="pres">
      <dgm:prSet presAssocID="{AF28B1DD-D7EF-48A4-A024-27158BF09839}" presName="vert2" presStyleCnt="0"/>
      <dgm:spPr/>
    </dgm:pt>
    <dgm:pt modelId="{01FEFE8B-432B-4ABA-9F3F-CEB33BDD29DE}" type="pres">
      <dgm:prSet presAssocID="{AF28B1DD-D7EF-48A4-A024-27158BF09839}" presName="thinLine2b" presStyleLbl="callout" presStyleIdx="3" presStyleCnt="4"/>
      <dgm:spPr/>
    </dgm:pt>
    <dgm:pt modelId="{08E9A973-E8B0-4D30-B886-5445BA9E5B7A}" type="pres">
      <dgm:prSet presAssocID="{AF28B1DD-D7EF-48A4-A024-27158BF09839}" presName="vertSpace2b" presStyleCnt="0"/>
      <dgm:spPr/>
    </dgm:pt>
  </dgm:ptLst>
  <dgm:cxnLst>
    <dgm:cxn modelId="{C7DD8101-0A3C-406F-9633-3D88487863C5}" srcId="{C6564B01-BB3E-4364-A2EF-B5ADAEB7BCF6}" destId="{CEAD0AD1-0008-4180-859E-80E421733B3B}" srcOrd="0" destOrd="0" parTransId="{433CA85B-8CC0-4748-BD46-22A9BA07ED2B}" sibTransId="{8A1DCE25-EB2E-448A-A72F-1617BE112A1A}"/>
    <dgm:cxn modelId="{F049E801-7CF4-4A24-AC62-FEFA7A97A8F4}" srcId="{C7780D9E-7D21-402D-942A-C86CC387085A}" destId="{FAB28380-FC6A-4BCC-BAA8-CC10F926C1E3}" srcOrd="0" destOrd="0" parTransId="{9103897E-649A-4C54-962A-865EDA9B947B}" sibTransId="{D742D464-7260-415C-9194-1A7EAA8913FA}"/>
    <dgm:cxn modelId="{018ABB19-6F66-45C6-A473-AACA4CBE79D7}" srcId="{C6564B01-BB3E-4364-A2EF-B5ADAEB7BCF6}" destId="{C7780D9E-7D21-402D-942A-C86CC387085A}" srcOrd="2" destOrd="0" parTransId="{155A7CF2-72D7-4192-9AF3-7A53A7DB38ED}" sibTransId="{39A3FC63-8D93-4E1E-A847-D216EBAAA6A7}"/>
    <dgm:cxn modelId="{18EA791D-CDC7-43C6-8FC3-66E2940EB0E7}" srcId="{10E193E8-3B37-4BF9-949D-34B9A623C2FB}" destId="{235115F0-BE61-4E61-B950-866152D7EAB5}" srcOrd="0" destOrd="0" parTransId="{705BB35A-2382-4119-86DA-ACAA3B7C56C6}" sibTransId="{8E5C4504-FA4C-4003-AD76-682238F89387}"/>
    <dgm:cxn modelId="{A74D2826-B91B-4FDB-A102-DCA6515BF86A}" type="presOf" srcId="{AF28B1DD-D7EF-48A4-A024-27158BF09839}" destId="{374E34EF-CC36-484B-93E7-F58D9B12CDE9}" srcOrd="0" destOrd="0" presId="urn:microsoft.com/office/officeart/2008/layout/LinedList"/>
    <dgm:cxn modelId="{7A7DCF26-DA16-448C-84CE-6D1C0E88BBAC}" type="presOf" srcId="{16DA260B-90A9-40E1-AFD9-6990DD548FBB}" destId="{C3BBE65E-7018-44D6-A595-F35087484366}" srcOrd="0" destOrd="0" presId="urn:microsoft.com/office/officeart/2008/layout/LinedList"/>
    <dgm:cxn modelId="{04A92B28-395C-49B5-AD58-E664F17630FD}" type="presOf" srcId="{C6564B01-BB3E-4364-A2EF-B5ADAEB7BCF6}" destId="{12042380-9E3C-4378-B9D4-60A7A3E2F4A2}" srcOrd="0" destOrd="0" presId="urn:microsoft.com/office/officeart/2008/layout/LinedList"/>
    <dgm:cxn modelId="{5C195146-1B00-44A1-A98B-40EC68CA5355}" type="presOf" srcId="{C7780D9E-7D21-402D-942A-C86CC387085A}" destId="{939FBD4A-B965-4A69-9EB9-3F931196EBAA}" srcOrd="0" destOrd="0" presId="urn:microsoft.com/office/officeart/2008/layout/LinedList"/>
    <dgm:cxn modelId="{35608A4A-B25F-44C6-9E91-6937EC1F117C}" srcId="{C6564B01-BB3E-4364-A2EF-B5ADAEB7BCF6}" destId="{10E193E8-3B37-4BF9-949D-34B9A623C2FB}" srcOrd="1" destOrd="0" parTransId="{C8BED028-E58F-4122-904D-5759BBFF66CE}" sibTransId="{1D019E4C-D3B9-41F1-B45D-6AD828E10B4A}"/>
    <dgm:cxn modelId="{7E30634B-12F4-40FE-BBA6-26AAA2ACF69E}" srcId="{C6564B01-BB3E-4364-A2EF-B5ADAEB7BCF6}" destId="{2A4AD189-41A9-42C0-9EF6-4441CC8BE1C1}" srcOrd="3" destOrd="0" parTransId="{37576FB3-7DE4-4311-A2BC-BF3B04FEB1A1}" sibTransId="{65490A39-ED51-49AB-8C96-78D20E655702}"/>
    <dgm:cxn modelId="{98C7704C-C707-4F4D-B048-6453E94F8257}" srcId="{CEAD0AD1-0008-4180-859E-80E421733B3B}" destId="{16DA260B-90A9-40E1-AFD9-6990DD548FBB}" srcOrd="0" destOrd="0" parTransId="{E86F6972-E659-4C4D-A801-D2AA1F63B02D}" sibTransId="{9BC6A44B-A2FD-49AE-BC5F-89088431C01C}"/>
    <dgm:cxn modelId="{A1CD5C6D-BE95-4B27-AEEC-15A5CC41D56B}" srcId="{2A4AD189-41A9-42C0-9EF6-4441CC8BE1C1}" destId="{AF28B1DD-D7EF-48A4-A024-27158BF09839}" srcOrd="0" destOrd="0" parTransId="{D0EAB960-E75F-43D0-A4BC-88E6EC7B228A}" sibTransId="{FDE716DA-7414-4016-BAFF-C5318F2B060A}"/>
    <dgm:cxn modelId="{5F6EC84E-AE62-4C9E-84F3-E12388E65D07}" type="presOf" srcId="{CEAD0AD1-0008-4180-859E-80E421733B3B}" destId="{B4C8BC40-D08C-4CCC-8CA8-74CE2F950283}" srcOrd="0" destOrd="0" presId="urn:microsoft.com/office/officeart/2008/layout/LinedList"/>
    <dgm:cxn modelId="{FDC0A582-47C2-46C1-B3B2-9A7F43DA07BC}" type="presOf" srcId="{2A4AD189-41A9-42C0-9EF6-4441CC8BE1C1}" destId="{614E9113-4B01-4DFB-9BDE-F4892C955606}" srcOrd="0" destOrd="0" presId="urn:microsoft.com/office/officeart/2008/layout/LinedList"/>
    <dgm:cxn modelId="{BEB44F90-4295-4680-A695-CD56BDE257AD}" type="presOf" srcId="{FAB28380-FC6A-4BCC-BAA8-CC10F926C1E3}" destId="{9A047797-6AC1-4DC1-BED8-FFC82207437A}" srcOrd="0" destOrd="0" presId="urn:microsoft.com/office/officeart/2008/layout/LinedList"/>
    <dgm:cxn modelId="{F971409C-4446-460E-8CBC-09749498C474}" type="presOf" srcId="{10E193E8-3B37-4BF9-949D-34B9A623C2FB}" destId="{8C80F974-3F3B-422A-8241-EA7096EFC9DA}" srcOrd="0" destOrd="0" presId="urn:microsoft.com/office/officeart/2008/layout/LinedList"/>
    <dgm:cxn modelId="{799BD7A2-7BE2-4AB8-8AE7-E61B54C24C08}" type="presOf" srcId="{235115F0-BE61-4E61-B950-866152D7EAB5}" destId="{30677711-365B-45AE-A454-7E9BEB62F651}" srcOrd="0" destOrd="0" presId="urn:microsoft.com/office/officeart/2008/layout/LinedList"/>
    <dgm:cxn modelId="{95DEA2A7-2855-4F91-B91A-027B4023638B}" type="presParOf" srcId="{12042380-9E3C-4378-B9D4-60A7A3E2F4A2}" destId="{B1CC6EE7-C919-415F-A1A1-817F12BCAC2E}" srcOrd="0" destOrd="0" presId="urn:microsoft.com/office/officeart/2008/layout/LinedList"/>
    <dgm:cxn modelId="{B6F5EF61-EBCC-4F12-AA81-ABB275BE2183}" type="presParOf" srcId="{12042380-9E3C-4378-B9D4-60A7A3E2F4A2}" destId="{DC40E3D9-84A7-47FD-84E0-92EC6F5596CB}" srcOrd="1" destOrd="0" presId="urn:microsoft.com/office/officeart/2008/layout/LinedList"/>
    <dgm:cxn modelId="{3D31CC91-8D7F-43EC-B4AC-CD97E50649AB}" type="presParOf" srcId="{DC40E3D9-84A7-47FD-84E0-92EC6F5596CB}" destId="{B4C8BC40-D08C-4CCC-8CA8-74CE2F950283}" srcOrd="0" destOrd="0" presId="urn:microsoft.com/office/officeart/2008/layout/LinedList"/>
    <dgm:cxn modelId="{7B84A53D-B242-4BE9-943A-3BCA3CC46D1D}" type="presParOf" srcId="{DC40E3D9-84A7-47FD-84E0-92EC6F5596CB}" destId="{0EE1A1CC-1BAE-429E-BFF7-A08AAC8F8E2B}" srcOrd="1" destOrd="0" presId="urn:microsoft.com/office/officeart/2008/layout/LinedList"/>
    <dgm:cxn modelId="{AA072F1D-ADC1-44A9-9708-564A52C0492A}" type="presParOf" srcId="{0EE1A1CC-1BAE-429E-BFF7-A08AAC8F8E2B}" destId="{FDB003D9-0FDF-4C70-A0EA-DEDAE42C4CFC}" srcOrd="0" destOrd="0" presId="urn:microsoft.com/office/officeart/2008/layout/LinedList"/>
    <dgm:cxn modelId="{9A6A83E7-76DB-4E1B-AB61-CF9F2746CAF3}" type="presParOf" srcId="{0EE1A1CC-1BAE-429E-BFF7-A08AAC8F8E2B}" destId="{4A0FD2A6-7ED3-4FBD-8C34-23425D67D218}" srcOrd="1" destOrd="0" presId="urn:microsoft.com/office/officeart/2008/layout/LinedList"/>
    <dgm:cxn modelId="{A2E5CEE8-4B94-45C6-BB45-B821AAFEF4F6}" type="presParOf" srcId="{4A0FD2A6-7ED3-4FBD-8C34-23425D67D218}" destId="{802BADF5-C6C6-42D6-A7CE-E7C71B35BB61}" srcOrd="0" destOrd="0" presId="urn:microsoft.com/office/officeart/2008/layout/LinedList"/>
    <dgm:cxn modelId="{CE4CA274-B609-485B-8982-D9E8FE0D45D9}" type="presParOf" srcId="{4A0FD2A6-7ED3-4FBD-8C34-23425D67D218}" destId="{C3BBE65E-7018-44D6-A595-F35087484366}" srcOrd="1" destOrd="0" presId="urn:microsoft.com/office/officeart/2008/layout/LinedList"/>
    <dgm:cxn modelId="{141247EA-755D-40B8-BB1A-1FD7D5A75176}" type="presParOf" srcId="{4A0FD2A6-7ED3-4FBD-8C34-23425D67D218}" destId="{8E441E6F-9068-423D-AFE2-FF3BAA329953}" srcOrd="2" destOrd="0" presId="urn:microsoft.com/office/officeart/2008/layout/LinedList"/>
    <dgm:cxn modelId="{F8E5AF5D-B666-4636-9481-0A61199596D9}" type="presParOf" srcId="{0EE1A1CC-1BAE-429E-BFF7-A08AAC8F8E2B}" destId="{E352FD47-5C52-4E96-AF69-8DF2EE757C4F}" srcOrd="2" destOrd="0" presId="urn:microsoft.com/office/officeart/2008/layout/LinedList"/>
    <dgm:cxn modelId="{C8972402-17CC-40CC-8C5C-46FB65514B2F}" type="presParOf" srcId="{0EE1A1CC-1BAE-429E-BFF7-A08AAC8F8E2B}" destId="{99182957-CA10-40FE-8BA9-A1F3AF8C6308}" srcOrd="3" destOrd="0" presId="urn:microsoft.com/office/officeart/2008/layout/LinedList"/>
    <dgm:cxn modelId="{4BFD7BB7-251D-4D05-8445-85A5E9D1968B}" type="presParOf" srcId="{12042380-9E3C-4378-B9D4-60A7A3E2F4A2}" destId="{FD514B0D-F669-417D-986B-46DE56A7B919}" srcOrd="2" destOrd="0" presId="urn:microsoft.com/office/officeart/2008/layout/LinedList"/>
    <dgm:cxn modelId="{1DBC7252-9856-43C1-AC4B-DAD4168DF18E}" type="presParOf" srcId="{12042380-9E3C-4378-B9D4-60A7A3E2F4A2}" destId="{9034ECCA-1792-4134-9BAA-2ABE9931423A}" srcOrd="3" destOrd="0" presId="urn:microsoft.com/office/officeart/2008/layout/LinedList"/>
    <dgm:cxn modelId="{29989E2E-5345-4376-AB2A-6CAA81BCEAE7}" type="presParOf" srcId="{9034ECCA-1792-4134-9BAA-2ABE9931423A}" destId="{8C80F974-3F3B-422A-8241-EA7096EFC9DA}" srcOrd="0" destOrd="0" presId="urn:microsoft.com/office/officeart/2008/layout/LinedList"/>
    <dgm:cxn modelId="{BDEED57F-E666-4220-A8DE-1A9186FF570A}" type="presParOf" srcId="{9034ECCA-1792-4134-9BAA-2ABE9931423A}" destId="{598E844D-4E9D-499B-98D4-FBCB7D7E7F0F}" srcOrd="1" destOrd="0" presId="urn:microsoft.com/office/officeart/2008/layout/LinedList"/>
    <dgm:cxn modelId="{2921864D-8943-4F9C-B73A-9C8229DC77F9}" type="presParOf" srcId="{598E844D-4E9D-499B-98D4-FBCB7D7E7F0F}" destId="{4F8870E1-7C20-4CFC-8184-DB609E350B6B}" srcOrd="0" destOrd="0" presId="urn:microsoft.com/office/officeart/2008/layout/LinedList"/>
    <dgm:cxn modelId="{E6BAF4F5-6EE9-47E4-A129-1CD0F7081B05}" type="presParOf" srcId="{598E844D-4E9D-499B-98D4-FBCB7D7E7F0F}" destId="{25AD1EC0-E06B-4596-8A2C-88419F02E078}" srcOrd="1" destOrd="0" presId="urn:microsoft.com/office/officeart/2008/layout/LinedList"/>
    <dgm:cxn modelId="{3692A685-F5C4-45EA-BC8B-55F9CBC28AFB}" type="presParOf" srcId="{25AD1EC0-E06B-4596-8A2C-88419F02E078}" destId="{02308753-9B83-4AE4-A460-A7EB355AE6A9}" srcOrd="0" destOrd="0" presId="urn:microsoft.com/office/officeart/2008/layout/LinedList"/>
    <dgm:cxn modelId="{666232C2-35AB-4BEE-9DA4-93229A3F618A}" type="presParOf" srcId="{25AD1EC0-E06B-4596-8A2C-88419F02E078}" destId="{30677711-365B-45AE-A454-7E9BEB62F651}" srcOrd="1" destOrd="0" presId="urn:microsoft.com/office/officeart/2008/layout/LinedList"/>
    <dgm:cxn modelId="{10C5BFD6-3B3B-4783-9D83-016A300524AC}" type="presParOf" srcId="{25AD1EC0-E06B-4596-8A2C-88419F02E078}" destId="{5429F43F-8A10-4207-983C-BFEF75124A5F}" srcOrd="2" destOrd="0" presId="urn:microsoft.com/office/officeart/2008/layout/LinedList"/>
    <dgm:cxn modelId="{F8E55C53-C507-4837-8D70-7A5C28DE07AB}" type="presParOf" srcId="{598E844D-4E9D-499B-98D4-FBCB7D7E7F0F}" destId="{B4D5EB55-0A32-4250-A46F-6831E3488C93}" srcOrd="2" destOrd="0" presId="urn:microsoft.com/office/officeart/2008/layout/LinedList"/>
    <dgm:cxn modelId="{AF3CD13C-9E63-4F81-B3EA-45043FCE9B8F}" type="presParOf" srcId="{598E844D-4E9D-499B-98D4-FBCB7D7E7F0F}" destId="{5CD50BBA-8BE0-4054-95C6-8D65E32F2252}" srcOrd="3" destOrd="0" presId="urn:microsoft.com/office/officeart/2008/layout/LinedList"/>
    <dgm:cxn modelId="{7C541780-0780-4D8F-B4DF-1F84D92E493E}" type="presParOf" srcId="{12042380-9E3C-4378-B9D4-60A7A3E2F4A2}" destId="{58CA75ED-E2F0-4702-8A8E-081F313CC925}" srcOrd="4" destOrd="0" presId="urn:microsoft.com/office/officeart/2008/layout/LinedList"/>
    <dgm:cxn modelId="{7D325D9E-9798-433D-B04D-3F7AF54A3461}" type="presParOf" srcId="{12042380-9E3C-4378-B9D4-60A7A3E2F4A2}" destId="{2CB57A1B-8528-43E5-ABF7-C4F92FDFBEEA}" srcOrd="5" destOrd="0" presId="urn:microsoft.com/office/officeart/2008/layout/LinedList"/>
    <dgm:cxn modelId="{A4DC20D2-5D90-400A-92C6-F6154070DBEB}" type="presParOf" srcId="{2CB57A1B-8528-43E5-ABF7-C4F92FDFBEEA}" destId="{939FBD4A-B965-4A69-9EB9-3F931196EBAA}" srcOrd="0" destOrd="0" presId="urn:microsoft.com/office/officeart/2008/layout/LinedList"/>
    <dgm:cxn modelId="{A041CCF6-5F35-42E6-9E2C-428AF6AEF307}" type="presParOf" srcId="{2CB57A1B-8528-43E5-ABF7-C4F92FDFBEEA}" destId="{2527D41D-3B32-4B6C-959F-8AC8AB7B0B11}" srcOrd="1" destOrd="0" presId="urn:microsoft.com/office/officeart/2008/layout/LinedList"/>
    <dgm:cxn modelId="{3968CF8D-745E-4F95-904E-ABB2985152B1}" type="presParOf" srcId="{2527D41D-3B32-4B6C-959F-8AC8AB7B0B11}" destId="{16CBCDDD-3AD6-4BAF-946D-1F70801017ED}" srcOrd="0" destOrd="0" presId="urn:microsoft.com/office/officeart/2008/layout/LinedList"/>
    <dgm:cxn modelId="{EAA0AF63-3795-4CF6-9E96-A0FDE88DD23D}" type="presParOf" srcId="{2527D41D-3B32-4B6C-959F-8AC8AB7B0B11}" destId="{E7018405-21B4-43C1-A106-44B42BA3E74A}" srcOrd="1" destOrd="0" presId="urn:microsoft.com/office/officeart/2008/layout/LinedList"/>
    <dgm:cxn modelId="{5DDE2571-3820-42BF-AD0B-4CF6064B34DE}" type="presParOf" srcId="{E7018405-21B4-43C1-A106-44B42BA3E74A}" destId="{BD547BF5-1B74-4357-A4B4-1FBE9DF0E3E1}" srcOrd="0" destOrd="0" presId="urn:microsoft.com/office/officeart/2008/layout/LinedList"/>
    <dgm:cxn modelId="{9B094260-3754-47A4-B7DB-537F04A2BDFD}" type="presParOf" srcId="{E7018405-21B4-43C1-A106-44B42BA3E74A}" destId="{9A047797-6AC1-4DC1-BED8-FFC82207437A}" srcOrd="1" destOrd="0" presId="urn:microsoft.com/office/officeart/2008/layout/LinedList"/>
    <dgm:cxn modelId="{5094BB11-CA82-471D-88E5-D789A997CAFB}" type="presParOf" srcId="{E7018405-21B4-43C1-A106-44B42BA3E74A}" destId="{ABCC9CA5-24D3-402A-9FAE-64C8AF24BAC2}" srcOrd="2" destOrd="0" presId="urn:microsoft.com/office/officeart/2008/layout/LinedList"/>
    <dgm:cxn modelId="{DC1D305E-C944-4100-AD68-9CA830028FA4}" type="presParOf" srcId="{2527D41D-3B32-4B6C-959F-8AC8AB7B0B11}" destId="{80573759-3625-44EA-B8A7-23F1EA3EE0B0}" srcOrd="2" destOrd="0" presId="urn:microsoft.com/office/officeart/2008/layout/LinedList"/>
    <dgm:cxn modelId="{BE64BE96-5A9B-4C2D-B37B-4BE2923445F6}" type="presParOf" srcId="{2527D41D-3B32-4B6C-959F-8AC8AB7B0B11}" destId="{55F18B42-09D6-47D4-9EA6-F4A335A2A7AB}" srcOrd="3" destOrd="0" presId="urn:microsoft.com/office/officeart/2008/layout/LinedList"/>
    <dgm:cxn modelId="{EA94DE55-9216-4ECD-8313-39E3B8927268}" type="presParOf" srcId="{12042380-9E3C-4378-B9D4-60A7A3E2F4A2}" destId="{5C17FDB4-870D-43B8-85E3-CDEA8D4D4877}" srcOrd="6" destOrd="0" presId="urn:microsoft.com/office/officeart/2008/layout/LinedList"/>
    <dgm:cxn modelId="{CA630E40-2B03-4AC4-8A35-9031D196AF29}" type="presParOf" srcId="{12042380-9E3C-4378-B9D4-60A7A3E2F4A2}" destId="{EA95E3B4-7452-46B4-A7D1-6DA714F5D2D4}" srcOrd="7" destOrd="0" presId="urn:microsoft.com/office/officeart/2008/layout/LinedList"/>
    <dgm:cxn modelId="{349E1645-7A38-4DE3-8E57-F8C6AAE39E59}" type="presParOf" srcId="{EA95E3B4-7452-46B4-A7D1-6DA714F5D2D4}" destId="{614E9113-4B01-4DFB-9BDE-F4892C955606}" srcOrd="0" destOrd="0" presId="urn:microsoft.com/office/officeart/2008/layout/LinedList"/>
    <dgm:cxn modelId="{A9A65668-877A-4B08-8582-8D87AA06DEED}" type="presParOf" srcId="{EA95E3B4-7452-46B4-A7D1-6DA714F5D2D4}" destId="{5E2831A0-7006-46EC-BE3F-1D98B531EF3C}" srcOrd="1" destOrd="0" presId="urn:microsoft.com/office/officeart/2008/layout/LinedList"/>
    <dgm:cxn modelId="{5A4B83AE-03D4-4689-A1D5-1261902AD911}" type="presParOf" srcId="{5E2831A0-7006-46EC-BE3F-1D98B531EF3C}" destId="{B88C41CF-87A7-43A4-9626-3DC869592B7A}" srcOrd="0" destOrd="0" presId="urn:microsoft.com/office/officeart/2008/layout/LinedList"/>
    <dgm:cxn modelId="{D2208520-72E6-4366-B58A-1FB5F27E96CE}" type="presParOf" srcId="{5E2831A0-7006-46EC-BE3F-1D98B531EF3C}" destId="{2EA9BA84-9698-4D80-8D4F-3F9D8D3D1DB7}" srcOrd="1" destOrd="0" presId="urn:microsoft.com/office/officeart/2008/layout/LinedList"/>
    <dgm:cxn modelId="{72076F4A-7806-4F4E-9A48-CFF051807A59}" type="presParOf" srcId="{2EA9BA84-9698-4D80-8D4F-3F9D8D3D1DB7}" destId="{FC69E04E-6955-42E7-95C4-4139EA99CAE9}" srcOrd="0" destOrd="0" presId="urn:microsoft.com/office/officeart/2008/layout/LinedList"/>
    <dgm:cxn modelId="{3617A0F9-85DB-4F1F-9A7B-A803EAE6358F}" type="presParOf" srcId="{2EA9BA84-9698-4D80-8D4F-3F9D8D3D1DB7}" destId="{374E34EF-CC36-484B-93E7-F58D9B12CDE9}" srcOrd="1" destOrd="0" presId="urn:microsoft.com/office/officeart/2008/layout/LinedList"/>
    <dgm:cxn modelId="{E34B9F87-828B-40CC-B154-6E65AE67E438}" type="presParOf" srcId="{2EA9BA84-9698-4D80-8D4F-3F9D8D3D1DB7}" destId="{11066FD9-FA43-4881-B448-679915663FEC}" srcOrd="2" destOrd="0" presId="urn:microsoft.com/office/officeart/2008/layout/LinedList"/>
    <dgm:cxn modelId="{863A9365-B9D9-4519-BAAE-9CB7757AC696}" type="presParOf" srcId="{5E2831A0-7006-46EC-BE3F-1D98B531EF3C}" destId="{01FEFE8B-432B-4ABA-9F3F-CEB33BDD29DE}" srcOrd="2" destOrd="0" presId="urn:microsoft.com/office/officeart/2008/layout/LinedList"/>
    <dgm:cxn modelId="{96F62F3F-0651-4ADD-A28E-4A29D902CBD9}" type="presParOf" srcId="{5E2831A0-7006-46EC-BE3F-1D98B531EF3C}" destId="{08E9A973-E8B0-4D30-B886-5445BA9E5B7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C6EE7-C919-415F-A1A1-817F12BCAC2E}">
      <dsp:nvSpPr>
        <dsp:cNvPr id="0" name=""/>
        <dsp:cNvSpPr/>
      </dsp:nvSpPr>
      <dsp:spPr>
        <a:xfrm>
          <a:off x="0" y="0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BC40-D08C-4CCC-8CA8-74CE2F950283}">
      <dsp:nvSpPr>
        <dsp:cNvPr id="0" name=""/>
        <dsp:cNvSpPr/>
      </dsp:nvSpPr>
      <dsp:spPr>
        <a:xfrm>
          <a:off x="0" y="0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Design</a:t>
          </a:r>
        </a:p>
      </dsp:txBody>
      <dsp:txXfrm>
        <a:off x="0" y="0"/>
        <a:ext cx="1988263" cy="781164"/>
      </dsp:txXfrm>
    </dsp:sp>
    <dsp:sp modelId="{C3BBE65E-7018-44D6-A595-F35087484366}">
      <dsp:nvSpPr>
        <dsp:cNvPr id="0" name=""/>
        <dsp:cNvSpPr/>
      </dsp:nvSpPr>
      <dsp:spPr>
        <a:xfrm>
          <a:off x="2137383" y="35472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Design a secure backend system</a:t>
          </a:r>
        </a:p>
      </dsp:txBody>
      <dsp:txXfrm>
        <a:off x="2137383" y="35472"/>
        <a:ext cx="7803935" cy="709456"/>
      </dsp:txXfrm>
    </dsp:sp>
    <dsp:sp modelId="{E352FD47-5C52-4E96-AF69-8DF2EE757C4F}">
      <dsp:nvSpPr>
        <dsp:cNvPr id="0" name=""/>
        <dsp:cNvSpPr/>
      </dsp:nvSpPr>
      <dsp:spPr>
        <a:xfrm>
          <a:off x="1988263" y="744928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14B0D-F669-417D-986B-46DE56A7B919}">
      <dsp:nvSpPr>
        <dsp:cNvPr id="0" name=""/>
        <dsp:cNvSpPr/>
      </dsp:nvSpPr>
      <dsp:spPr>
        <a:xfrm>
          <a:off x="0" y="781164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0F974-3F3B-422A-8241-EA7096EFC9DA}">
      <dsp:nvSpPr>
        <dsp:cNvPr id="0" name=""/>
        <dsp:cNvSpPr/>
      </dsp:nvSpPr>
      <dsp:spPr>
        <a:xfrm>
          <a:off x="0" y="781164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Separate</a:t>
          </a:r>
        </a:p>
      </dsp:txBody>
      <dsp:txXfrm>
        <a:off x="0" y="781164"/>
        <a:ext cx="1988263" cy="781164"/>
      </dsp:txXfrm>
    </dsp:sp>
    <dsp:sp modelId="{30677711-365B-45AE-A454-7E9BEB62F651}">
      <dsp:nvSpPr>
        <dsp:cNvPr id="0" name=""/>
        <dsp:cNvSpPr/>
      </dsp:nvSpPr>
      <dsp:spPr>
        <a:xfrm>
          <a:off x="2137383" y="816637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Separate access for Manager and Staff</a:t>
          </a:r>
        </a:p>
      </dsp:txBody>
      <dsp:txXfrm>
        <a:off x="2137383" y="816637"/>
        <a:ext cx="7803935" cy="709456"/>
      </dsp:txXfrm>
    </dsp:sp>
    <dsp:sp modelId="{B4D5EB55-0A32-4250-A46F-6831E3488C93}">
      <dsp:nvSpPr>
        <dsp:cNvPr id="0" name=""/>
        <dsp:cNvSpPr/>
      </dsp:nvSpPr>
      <dsp:spPr>
        <a:xfrm>
          <a:off x="1988263" y="1526093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A75ED-E2F0-4702-8A8E-081F313CC925}">
      <dsp:nvSpPr>
        <dsp:cNvPr id="0" name=""/>
        <dsp:cNvSpPr/>
      </dsp:nvSpPr>
      <dsp:spPr>
        <a:xfrm>
          <a:off x="0" y="1562328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FBD4A-B965-4A69-9EB9-3F931196EBAA}">
      <dsp:nvSpPr>
        <dsp:cNvPr id="0" name=""/>
        <dsp:cNvSpPr/>
      </dsp:nvSpPr>
      <dsp:spPr>
        <a:xfrm>
          <a:off x="0" y="1562329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Ensure</a:t>
          </a:r>
        </a:p>
      </dsp:txBody>
      <dsp:txXfrm>
        <a:off x="0" y="1562329"/>
        <a:ext cx="1988263" cy="781164"/>
      </dsp:txXfrm>
    </dsp:sp>
    <dsp:sp modelId="{9A047797-6AC1-4DC1-BED8-FFC82207437A}">
      <dsp:nvSpPr>
        <dsp:cNvPr id="0" name=""/>
        <dsp:cNvSpPr/>
      </dsp:nvSpPr>
      <dsp:spPr>
        <a:xfrm>
          <a:off x="2137383" y="1597801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Ensure data safety and role control</a:t>
          </a:r>
        </a:p>
      </dsp:txBody>
      <dsp:txXfrm>
        <a:off x="2137383" y="1597801"/>
        <a:ext cx="7803935" cy="709456"/>
      </dsp:txXfrm>
    </dsp:sp>
    <dsp:sp modelId="{80573759-3625-44EA-B8A7-23F1EA3EE0B0}">
      <dsp:nvSpPr>
        <dsp:cNvPr id="0" name=""/>
        <dsp:cNvSpPr/>
      </dsp:nvSpPr>
      <dsp:spPr>
        <a:xfrm>
          <a:off x="1988263" y="2307257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7FDB4-870D-43B8-85E3-CDEA8D4D4877}">
      <dsp:nvSpPr>
        <dsp:cNvPr id="0" name=""/>
        <dsp:cNvSpPr/>
      </dsp:nvSpPr>
      <dsp:spPr>
        <a:xfrm>
          <a:off x="0" y="2343493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E9113-4B01-4DFB-9BDE-F4892C955606}">
      <dsp:nvSpPr>
        <dsp:cNvPr id="0" name=""/>
        <dsp:cNvSpPr/>
      </dsp:nvSpPr>
      <dsp:spPr>
        <a:xfrm>
          <a:off x="0" y="2343493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Maintain</a:t>
          </a:r>
        </a:p>
      </dsp:txBody>
      <dsp:txXfrm>
        <a:off x="0" y="2343493"/>
        <a:ext cx="1988263" cy="781164"/>
      </dsp:txXfrm>
    </dsp:sp>
    <dsp:sp modelId="{374E34EF-CC36-484B-93E7-F58D9B12CDE9}">
      <dsp:nvSpPr>
        <dsp:cNvPr id="0" name=""/>
        <dsp:cNvSpPr/>
      </dsp:nvSpPr>
      <dsp:spPr>
        <a:xfrm>
          <a:off x="2137383" y="2378966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Maintain clean and structured database records</a:t>
          </a:r>
        </a:p>
      </dsp:txBody>
      <dsp:txXfrm>
        <a:off x="2137383" y="2378966"/>
        <a:ext cx="7803935" cy="709456"/>
      </dsp:txXfrm>
    </dsp:sp>
    <dsp:sp modelId="{01FEFE8B-432B-4ABA-9F3F-CEB33BDD29DE}">
      <dsp:nvSpPr>
        <dsp:cNvPr id="0" name=""/>
        <dsp:cNvSpPr/>
      </dsp:nvSpPr>
      <dsp:spPr>
        <a:xfrm>
          <a:off x="1988263" y="3088422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689" y="3071183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en-US" sz="8000">
                <a:ea typeface="+mj-lt"/>
                <a:cs typeface="+mj-lt"/>
              </a:rPr>
              <a:t>Smart Stock Inventory Management System</a:t>
            </a:r>
            <a:endParaRPr lang="en-US" sz="8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7688" y="1553518"/>
            <a:ext cx="9910295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b="1" dirty="0">
                <a:ea typeface="+mn-lt"/>
                <a:cs typeface="+mn-lt"/>
              </a:rPr>
              <a:t>Project Progress Report: 3</a:t>
            </a:r>
            <a:endParaRPr lang="en-US" sz="2800" dirty="0">
              <a:latin typeface="Aptos Display"/>
            </a:endParaRPr>
          </a:p>
          <a:p>
            <a:pPr algn="l"/>
            <a:r>
              <a:rPr lang="en-US" b="1" dirty="0">
                <a:latin typeface="Aptos"/>
              </a:rPr>
              <a:t>   Presented</a:t>
            </a:r>
            <a:r>
              <a:rPr lang="en-US" b="1" baseline="0" dirty="0">
                <a:latin typeface="Aptos"/>
              </a:rPr>
              <a:t> by:</a:t>
            </a:r>
            <a:r>
              <a:rPr lang="en-US" baseline="0" dirty="0">
                <a:latin typeface="Aptos"/>
              </a:rPr>
              <a:t> Rudrakshi </a:t>
            </a:r>
            <a:r>
              <a:rPr lang="en-US" dirty="0">
                <a:latin typeface="Aptos"/>
              </a:rPr>
              <a:t>Jaiswal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A1251-A537-3732-B020-8CF6979C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Objective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A53157B-E7E8-8B6B-8C89-AA9357A97F11}"/>
              </a:ext>
            </a:extLst>
          </p:cNvPr>
          <p:cNvGraphicFramePr/>
          <p:nvPr/>
        </p:nvGraphicFramePr>
        <p:xfrm>
          <a:off x="1045028" y="3017522"/>
          <a:ext cx="9941319" cy="3124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829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E2048-7FDF-3B57-762D-50000527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User Roles Design</a:t>
            </a:r>
            <a:endParaRPr lang="en-US" sz="4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76FF72-DC59-59CE-33CC-305D1475D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Roles Implemented: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Manager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Full access to system data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Can add, update, and delete records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Staff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Read-only access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Can only view data</a:t>
            </a:r>
            <a:endParaRPr lang="en-US" sz="2200"/>
          </a:p>
          <a:p>
            <a:pPr lvl="1"/>
            <a:r>
              <a:rPr lang="en-US" sz="2200" b="1">
                <a:ea typeface="+mn-lt"/>
                <a:cs typeface="+mn-lt"/>
              </a:rPr>
              <a:t>Reason: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Prevent unauthorized data changes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Follow real-world company hierarchy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8551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F9090-EC45-0500-8BEF-277DCC2E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Authentication &amp; Role Control</a:t>
            </a:r>
            <a:endParaRPr 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DE5-16D7-A317-A623-E771067D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Authentication: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Login-based authentication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JWT used to identify users securely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Role Handling: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User role stored in database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Role checked on every request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Access granted based on role type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1080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122B2-EDFE-8E74-E085-D96921A1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Database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77FF-E2D3-A590-8566-431084667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dirty="0"/>
              <a:t>Main Tables:</a:t>
            </a: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User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Product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Store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Stock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Transaction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0108A8-9ECB-BFEC-DBCD-278033ED18F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85" r="2685"/>
          <a:stretch/>
        </p:blipFill>
        <p:spPr>
          <a:xfrm>
            <a:off x="7527298" y="841905"/>
            <a:ext cx="2933440" cy="23171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black and white list&#10;&#10;AI-generated content may be incorrect.">
            <a:extLst>
              <a:ext uri="{FF2B5EF4-FFF2-40B4-BE49-F238E27FC236}">
                <a16:creationId xmlns:a16="http://schemas.microsoft.com/office/drawing/2014/main" id="{FB1C1D00-66C6-044C-05DD-087C5AE02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528540"/>
            <a:ext cx="4305905" cy="66741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2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B9EE6-40C0-975F-DEBF-86AD5D77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Work Completed So Far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2F39-A4AD-AB27-F4D5-79D2CE16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User role implementation (Manager / Staff)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Authentication system completed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Database models created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Role-based access enforced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Basic inventory data flow working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6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5B0DC-8FDD-4723-7CC0-D1CE5E00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37EAE-60A4-5795-46AE-911DACEDD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Add frontend interface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Improve data visualization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Testing and optimization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95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161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Smart Stock Inventory Management System</vt:lpstr>
      <vt:lpstr>Objective</vt:lpstr>
      <vt:lpstr>User Roles Design</vt:lpstr>
      <vt:lpstr>Authentication &amp; Role Control</vt:lpstr>
      <vt:lpstr>Database Structure</vt:lpstr>
      <vt:lpstr>Work Completed So Far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rudrakshi jaiswal</dc:creator>
  <cp:lastModifiedBy>Rudrakshi Jaiswal</cp:lastModifiedBy>
  <cp:revision>95</cp:revision>
  <dcterms:created xsi:type="dcterms:W3CDTF">2025-12-18T17:07:25Z</dcterms:created>
  <dcterms:modified xsi:type="dcterms:W3CDTF">2026-01-02T14:39:02Z</dcterms:modified>
</cp:coreProperties>
</file>