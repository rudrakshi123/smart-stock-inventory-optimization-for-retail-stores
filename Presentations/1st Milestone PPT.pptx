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F66DA7-A1D0-4498-9D6E-5A47401FF5BB}" v="415" dt="2025-11-19T14:16:22.3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91" d="100"/>
          <a:sy n="91" d="100"/>
        </p:scale>
        <p:origin x="13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7200" kern="1200">
                <a:latin typeface="+mj-lt"/>
                <a:ea typeface="+mj-ea"/>
                <a:cs typeface="+mj-cs"/>
              </a:rPr>
              <a:t>Smart Stock Inventory Optimization for Retail Stores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8924634" cy="6519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  <a:p>
            <a:pPr indent="-22860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TextBox 191">
            <a:extLst>
              <a:ext uri="{FF2B5EF4-FFF2-40B4-BE49-F238E27FC236}">
                <a16:creationId xmlns:a16="http://schemas.microsoft.com/office/drawing/2014/main" id="{A695F25A-7EDD-5737-CB9C-2AFB7ED6DCF4}"/>
              </a:ext>
            </a:extLst>
          </p:cNvPr>
          <p:cNvSpPr txBox="1"/>
          <p:nvPr/>
        </p:nvSpPr>
        <p:spPr>
          <a:xfrm>
            <a:off x="7931728" y="5322456"/>
            <a:ext cx="3117272" cy="10874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350"/>
              </a:lnSpc>
            </a:pPr>
            <a:r>
              <a:rPr lang="en-US" b="1" baseline="0" dirty="0">
                <a:latin typeface="Calibri"/>
                <a:ea typeface="Arial"/>
                <a:cs typeface="Arial"/>
              </a:rPr>
              <a:t>Guided By:</a:t>
            </a:r>
            <a:r>
              <a:rPr lang="en-US" b="1" dirty="0">
                <a:latin typeface="Calibri"/>
                <a:ea typeface="Arial"/>
                <a:cs typeface="Arial"/>
              </a:rPr>
              <a:t>​</a:t>
            </a:r>
            <a:endParaRPr lang="en-US">
              <a:latin typeface="Aptos" panose="020B0004020202020204"/>
              <a:ea typeface="Arial"/>
              <a:cs typeface="Arial"/>
            </a:endParaRPr>
          </a:p>
          <a:p>
            <a:pPr>
              <a:lnSpc>
                <a:spcPts val="1350"/>
              </a:lnSpc>
            </a:pPr>
            <a:br>
              <a:rPr lang="en-US" dirty="0">
                <a:latin typeface="Calibri"/>
                <a:ea typeface="Arial"/>
                <a:cs typeface="Arial"/>
              </a:rPr>
            </a:br>
            <a:r>
              <a:rPr lang="en-US" dirty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    </a:t>
            </a:r>
            <a:r>
              <a:rPr lang="en-US" baseline="0" dirty="0">
                <a:solidFill>
                  <a:srgbClr val="444444"/>
                </a:solidFill>
                <a:latin typeface="Calibri"/>
                <a:ea typeface="Arial"/>
                <a:cs typeface="Arial"/>
              </a:rPr>
              <a:t>Shakthi Gopalakrishnan </a:t>
            </a:r>
            <a:endParaRPr lang="en-US" dirty="0"/>
          </a:p>
          <a:p>
            <a:pPr lvl="0" rtl="0">
              <a:lnSpc>
                <a:spcPts val="1350"/>
              </a:lnSpc>
            </a:pPr>
            <a:endParaRPr lang="en-US" sz="1600" baseline="0" dirty="0">
              <a:solidFill>
                <a:srgbClr val="444444"/>
              </a:solidFill>
              <a:latin typeface="Calibri"/>
              <a:ea typeface="Arial"/>
              <a:cs typeface="Arial"/>
            </a:endParaRPr>
          </a:p>
          <a:p>
            <a:pPr algn="ctr"/>
            <a:endParaRPr lang="en-US"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76D6E50B-4C41-30C3-1C37-EE0867D42296}"/>
              </a:ext>
            </a:extLst>
          </p:cNvPr>
          <p:cNvSpPr txBox="1"/>
          <p:nvPr/>
        </p:nvSpPr>
        <p:spPr>
          <a:xfrm>
            <a:off x="1535546" y="5241636"/>
            <a:ext cx="301336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Calibri"/>
              </a:rPr>
              <a:t>Presented By:​</a:t>
            </a:r>
            <a:r>
              <a:rPr dirty="0">
                <a:latin typeface="Calibri"/>
                <a:ea typeface="Calibri"/>
                <a:cs typeface="Calibri"/>
              </a:rPr>
              <a:t>​</a:t>
            </a:r>
            <a:br>
              <a:rPr dirty="0">
                <a:latin typeface="Calibri"/>
                <a:ea typeface="Calibri"/>
                <a:cs typeface="Calibri"/>
              </a:rPr>
            </a:br>
            <a:r>
              <a:rPr lang="en-US" dirty="0">
                <a:solidFill>
                  <a:srgbClr val="444444"/>
                </a:solidFill>
                <a:latin typeface="Calibri"/>
              </a:rPr>
              <a:t>         Rudrakshi Jaiswal</a:t>
            </a:r>
            <a:endParaRPr lang="en-US" dirty="0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F1BFE-1EFE-F13C-AA7C-4E477845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Problem Statement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F9E87-96FC-BA6B-0E57-6F455CCE10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/>
              <a:t>Retail stores commonly face:</a:t>
            </a:r>
            <a:br>
              <a:rPr lang="en-US" sz="2000" dirty="0"/>
            </a:br>
            <a:r>
              <a:rPr lang="en-US" sz="2000" dirty="0"/>
              <a:t> • Overstocking and blocked capital</a:t>
            </a:r>
            <a:br>
              <a:rPr lang="en-US" sz="2000" dirty="0"/>
            </a:br>
            <a:r>
              <a:rPr lang="en-US" sz="2000" dirty="0"/>
              <a:t> • Understocking and lost sales</a:t>
            </a:r>
            <a:br>
              <a:rPr lang="en-US" sz="2000" dirty="0"/>
            </a:br>
            <a:r>
              <a:rPr lang="en-US" sz="2000" dirty="0"/>
              <a:t> • Manual tracking errors</a:t>
            </a:r>
            <a:br>
              <a:rPr lang="en-US" sz="2000" dirty="0"/>
            </a:br>
            <a:r>
              <a:rPr lang="en-US" sz="2000" dirty="0"/>
              <a:t> • Poor demand forecasting</a:t>
            </a:r>
            <a:br>
              <a:rPr lang="en-US" sz="2000" dirty="0"/>
            </a:br>
            <a:r>
              <a:rPr lang="en-US" sz="2000" dirty="0"/>
              <a:t> • Inefficient ordering cycles</a:t>
            </a:r>
          </a:p>
          <a:p>
            <a:r>
              <a:rPr lang="en-US" sz="2000" dirty="0"/>
              <a:t>This system aims to solve these issues using data and automation.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20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Placeholder 9" descr="A diagram of a problem statement&#10;&#10;AI-generated content may be incorrect.">
            <a:extLst>
              <a:ext uri="{FF2B5EF4-FFF2-40B4-BE49-F238E27FC236}">
                <a16:creationId xmlns:a16="http://schemas.microsoft.com/office/drawing/2014/main" id="{B21DD412-8AA1-E7F0-0BA5-42D3ECCAE32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3A041A-6329-3A5B-84FA-7BF94B6E1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Project Objectives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E8E24-6BEF-0669-70BD-2F3C85B08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Predict future product demand</a:t>
            </a:r>
            <a:br>
              <a:rPr lang="en-US" sz="2000"/>
            </a:br>
            <a:r>
              <a:rPr lang="en-US" sz="2000"/>
              <a:t> • Suggest optimal stock levels</a:t>
            </a:r>
            <a:br>
              <a:rPr lang="en-US" sz="2000"/>
            </a:br>
            <a:r>
              <a:rPr lang="en-US" sz="2000"/>
              <a:t> • Send automatic low/high stock alerts</a:t>
            </a:r>
            <a:br>
              <a:rPr lang="en-US" sz="2000"/>
            </a:br>
            <a:r>
              <a:rPr lang="en-US" sz="2000"/>
              <a:t> • Reduce manual work</a:t>
            </a:r>
            <a:br>
              <a:rPr lang="en-US" sz="2000"/>
            </a:br>
            <a:r>
              <a:rPr lang="en-US" sz="2000"/>
              <a:t> • Improve decision making</a:t>
            </a:r>
            <a:br>
              <a:rPr lang="en-US" sz="2000"/>
            </a:br>
            <a:r>
              <a:rPr lang="en-US" sz="2000"/>
              <a:t> • Increase store efficiency and profitability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8E87FBC8-5014-2EBA-BE82-E68E7AB14C0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37" r="4" b="2829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185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B771AB-184F-8699-1928-BE5804210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/>
              <a:t>Why This Project Is Important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EFEE38-4635-6261-293E-8E900A5BD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Prevents losses from out-of-stock items</a:t>
            </a:r>
            <a:br>
              <a:rPr lang="en-US" sz="2000"/>
            </a:br>
            <a:r>
              <a:rPr lang="en-US" sz="2000"/>
              <a:t> • Reduces wastage from unsold products</a:t>
            </a:r>
            <a:br>
              <a:rPr lang="en-US" sz="2000"/>
            </a:br>
            <a:r>
              <a:rPr lang="en-US" sz="2000"/>
              <a:t> • Saves time with automated tracking</a:t>
            </a:r>
            <a:br>
              <a:rPr lang="en-US" sz="2000"/>
            </a:br>
            <a:r>
              <a:rPr lang="en-US" sz="2000"/>
              <a:t> • Encourages data-driven planning</a:t>
            </a:r>
            <a:br>
              <a:rPr lang="en-US" sz="2000"/>
            </a:br>
            <a:r>
              <a:rPr lang="en-US" sz="2000"/>
              <a:t> • Works well for single or multiple stores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project&#10;&#10;AI-generated content may be incorrect.">
            <a:extLst>
              <a:ext uri="{FF2B5EF4-FFF2-40B4-BE49-F238E27FC236}">
                <a16:creationId xmlns:a16="http://schemas.microsoft.com/office/drawing/2014/main" id="{E119BEA6-F74E-706F-5B50-B5C844928F6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3062" r="4" b="4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3838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CCEF43-05F2-C0C9-D270-9CC52FB1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System Architecture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FA569-2F84-2B9F-6EEC-EC1EFE3D4A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Frontend:</a:t>
            </a:r>
            <a:r>
              <a:rPr lang="en-US" sz="2000" dirty="0"/>
              <a:t> React + Vite</a:t>
            </a:r>
            <a:br>
              <a:rPr lang="en-US" sz="2000" dirty="0"/>
            </a:br>
            <a:r>
              <a:rPr lang="en-US" sz="2000" b="1" dirty="0"/>
              <a:t>Backend:</a:t>
            </a:r>
            <a:r>
              <a:rPr lang="en-US" sz="2000" dirty="0"/>
              <a:t> Django REST API</a:t>
            </a:r>
            <a:br>
              <a:rPr lang="en-US" sz="2000" dirty="0"/>
            </a:br>
            <a:r>
              <a:rPr lang="en-US" sz="2000" b="1" dirty="0"/>
              <a:t>Database: </a:t>
            </a:r>
            <a:r>
              <a:rPr lang="en-US" sz="2000" dirty="0"/>
              <a:t>MySQL</a:t>
            </a:r>
            <a:br>
              <a:rPr lang="en-US" sz="2000" dirty="0"/>
            </a:br>
            <a:r>
              <a:rPr lang="en-US" sz="2000" b="1" dirty="0"/>
              <a:t>Model:</a:t>
            </a:r>
            <a:r>
              <a:rPr lang="en-US" sz="2000" dirty="0"/>
              <a:t> Hugging Face time-series forecasting</a:t>
            </a:r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C1268F-3E3A-AD30-976D-204FCC605539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22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FE2CC0-8910-8225-3543-EB5D0E2F3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Key Modules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FEDD8A-E5C2-181E-3F19-F50A0D075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>
                <a:ea typeface="+mn-lt"/>
                <a:cs typeface="+mn-lt"/>
              </a:rPr>
              <a:t>Product Management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Stock Tracking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Sales Data Import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Demand Forecasting (AI Model)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Auto Stock Alerts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Reports and Analytics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User Authentication</a:t>
            </a:r>
            <a:endParaRPr lang="en-US" sz="2400"/>
          </a:p>
          <a:p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746786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C4FACF-5FE7-40D1-EF08-EF266666E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Tech Stack Summary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5A3593-7B20-C475-14E2-6913658830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400"/>
          </a:p>
          <a:p>
            <a:r>
              <a:rPr lang="en-US" sz="2400">
                <a:ea typeface="+mn-lt"/>
                <a:cs typeface="+mn-lt"/>
              </a:rPr>
              <a:t>Frontend: React+ Vite 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Backend: Django</a:t>
            </a:r>
            <a:endParaRPr lang="en-US" sz="2400"/>
          </a:p>
          <a:p>
            <a:r>
              <a:rPr lang="en-US" sz="2400">
                <a:ea typeface="+mn-lt"/>
                <a:cs typeface="+mn-lt"/>
              </a:rPr>
              <a:t>Database: MySQL      </a:t>
            </a:r>
          </a:p>
          <a:p>
            <a:r>
              <a:rPr lang="en-US" sz="2400">
                <a:ea typeface="+mn-lt"/>
                <a:cs typeface="+mn-lt"/>
              </a:rPr>
              <a:t>Dataset Source: Hugging Face – Retail Sales Time Series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032070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462168-5294-FFBF-9139-345AAA58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Model Workflow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4B721-5782-34E4-CCC3-4E6BEC65B7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/>
              <a:t>• Load historical sales data</a:t>
            </a:r>
            <a:br>
              <a:rPr lang="en-US" sz="2000"/>
            </a:br>
            <a:r>
              <a:rPr lang="en-US" sz="2000"/>
              <a:t> • Clean and preprocess dataset</a:t>
            </a:r>
            <a:br>
              <a:rPr lang="en-US" sz="2000"/>
            </a:br>
            <a:r>
              <a:rPr lang="en-US" sz="2000"/>
              <a:t> • Perform train/test split</a:t>
            </a:r>
            <a:br>
              <a:rPr lang="en-US" sz="2000"/>
            </a:br>
            <a:r>
              <a:rPr lang="en-US" sz="2000"/>
              <a:t> • Apply forecasting model</a:t>
            </a:r>
            <a:br>
              <a:rPr lang="en-US" sz="2000"/>
            </a:br>
            <a:r>
              <a:rPr lang="en-US" sz="2000"/>
              <a:t> • Generate future predictions</a:t>
            </a:r>
            <a:br>
              <a:rPr lang="en-US" sz="2000"/>
            </a:br>
            <a:r>
              <a:rPr lang="en-US" sz="2000"/>
              <a:t> • Show results in dashboard charts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5D4C93D-18E4-4ABA-E708-3C89827FEFA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r="4" b="3065"/>
          <a:stretch>
            <a:fillRect/>
          </a:stretch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87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19607C-5AA1-6F58-32B7-DF5CAD001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Expected Outcomes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9D8E8-0245-8D8C-8821-9659A7FA1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ea typeface="+mn-lt"/>
                <a:cs typeface="+mn-lt"/>
              </a:rPr>
              <a:t> • Accurate stock planning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Better profit margins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Lower inventory holding cost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Reduced manual work</a:t>
            </a:r>
            <a:br>
              <a:rPr lang="en-US" sz="2400" dirty="0">
                <a:ea typeface="+mn-lt"/>
                <a:cs typeface="+mn-lt"/>
              </a:rPr>
            </a:br>
            <a:r>
              <a:rPr lang="en-US" sz="2400" dirty="0">
                <a:ea typeface="+mn-lt"/>
                <a:cs typeface="+mn-lt"/>
              </a:rPr>
              <a:t> • Clear insights through charts and reports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89952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7BE816-AC5C-C5DD-3DAB-82AFCD6A9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>
                <a:ea typeface="+mj-lt"/>
                <a:cs typeface="+mj-lt"/>
              </a:rPr>
              <a:t>Future Enhancements</a:t>
            </a:r>
            <a:endParaRPr lang="en-US" sz="54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3E8-FDC0-5BE1-4768-75ACD1B84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 • Real-time POS data integration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Multi-store comparison dashboards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Auto purchase order generation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RFID-based live stock tracking</a:t>
            </a:r>
            <a:br>
              <a:rPr lang="en-US" sz="2400">
                <a:ea typeface="+mn-lt"/>
                <a:cs typeface="+mn-lt"/>
              </a:rPr>
            </a:br>
            <a:r>
              <a:rPr lang="en-US" sz="2400">
                <a:ea typeface="+mn-lt"/>
                <a:cs typeface="+mn-lt"/>
              </a:rPr>
              <a:t> • Cloud database support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7433615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8E868A-4F97-0CFC-2286-201E093FE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/>
              <a:t>Conclusion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C7967-CD13-FA42-042F-8DE51B1E0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>
                <a:ea typeface="+mn-lt"/>
                <a:cs typeface="+mn-lt"/>
              </a:rPr>
              <a:t>This system helps retail stores manage inventory smarter with the help of data and machine learning. It improves accuracy, saves time, and supports better business decisions.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307477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375</Words>
  <Application>Microsoft Office PowerPoint</Application>
  <PresentationFormat>Widescreen</PresentationFormat>
  <Paragraphs>35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Smart Stock Inventory Optimization for Retail Stores</vt:lpstr>
      <vt:lpstr>Problem Statement</vt:lpstr>
      <vt:lpstr>Project Objectives</vt:lpstr>
      <vt:lpstr>Why This Project Is Important</vt:lpstr>
      <vt:lpstr>System Architecture</vt:lpstr>
      <vt:lpstr>Key Modules</vt:lpstr>
      <vt:lpstr>Tech Stack Summary</vt:lpstr>
      <vt:lpstr>Model Workflow</vt:lpstr>
      <vt:lpstr>Expected Outcomes</vt:lpstr>
      <vt:lpstr>Future Enhancements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rudrakshi jaiswal</dc:creator>
  <cp:lastModifiedBy>Rudrakshi Jaiswal</cp:lastModifiedBy>
  <cp:revision>207</cp:revision>
  <dcterms:created xsi:type="dcterms:W3CDTF">2025-11-19T11:54:55Z</dcterms:created>
  <dcterms:modified xsi:type="dcterms:W3CDTF">2026-01-02T14:22:40Z</dcterms:modified>
</cp:coreProperties>
</file>